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36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r>
              <a:rPr b="1"/>
              <a:t>项目名称</a:t>
            </a:r>
            <a:r>
              <a:t>: 餐饮点餐系统 (Food Order System)</a:t>
            </a:r>
          </a:p>
          <a:p>
            <a:r>
              <a:rPr b="1"/>
              <a:t>汇报人</a:t>
            </a:r>
            <a:r>
              <a:t>: [您的姓名]</a:t>
            </a:r>
          </a:p>
          <a:p>
            <a:r>
              <a:rPr b="1"/>
              <a:t>日期</a:t>
            </a:r>
            <a:r>
              <a:t>: 2025年12月29日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项目背景与简介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项目背景</a:t>
            </a:r>
            <a:r>
              <a:t>: 随着数字化转型，传统餐饮业急需线上点餐解决方案以提升效率。</a:t>
            </a:r>
          </a:p>
          <a:p>
            <a:r>
              <a:rPr b="1"/>
              <a:t>项目目标</a:t>
            </a:r>
            <a:r>
              <a:t>: 构建一个轻量级、易扩展、界面友好的餐饮点餐平台。</a:t>
            </a:r>
          </a:p>
          <a:p>
            <a:r>
              <a:rPr b="1"/>
              <a:t>核心用户</a:t>
            </a:r>
            <a:r>
              <a:t>:</a:t>
            </a:r>
          </a:p>
          <a:p>
            <a:r>
              <a:rPr b="1"/>
              <a:t>顾客</a:t>
            </a:r>
            <a:r>
              <a:t>: 在线浏览、点餐、查看订单。</a:t>
            </a:r>
          </a:p>
          <a:p>
            <a:r>
              <a:rPr b="1"/>
              <a:t>商家</a:t>
            </a:r>
            <a:r>
              <a:t>: 菜品管理、订单处理、营收统计。</a:t>
            </a:r>
          </a:p>
          <a:p>
            <a:r>
              <a:rPr b="1"/>
              <a:t>设计理念</a:t>
            </a:r>
            <a:r>
              <a:t>: 前后端分离开发模式，注重用户体验与系统安全性。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架构模式</a:t>
            </a:r>
            <a:r>
              <a:t>: B/S (Browser/Server) 架构</a:t>
            </a:r>
          </a:p>
          <a:p>
            <a:r>
              <a:rPr b="1"/>
              <a:t>设计模式</a:t>
            </a:r>
            <a:r>
              <a:t>: MVC (Model-View-Controller) 分层设计</a:t>
            </a:r>
          </a:p>
          <a:p>
            <a:r>
              <a:rPr b="1"/>
              <a:t>表现层 (Controller)</a:t>
            </a:r>
            <a:r>
              <a:t>: 处理 HTTP 请求，参数校验。</a:t>
            </a:r>
          </a:p>
          <a:p>
            <a:r>
              <a:rPr b="1"/>
              <a:t>业务层 (Service)</a:t>
            </a:r>
            <a:r>
              <a:t>: 核心业务逻辑（订单流转、库存控制）。</a:t>
            </a:r>
          </a:p>
          <a:p>
            <a:r>
              <a:rPr b="1"/>
              <a:t>持久层 (DAO)</a:t>
            </a:r>
            <a:r>
              <a:t>: 数据持久化，与 MySQL 交互。</a:t>
            </a:r>
          </a:p>
          <a:p>
            <a:r>
              <a:rPr b="1"/>
              <a:t>交互方式</a:t>
            </a:r>
            <a:r>
              <a:t>: AJAX 异步通信，JSON 数据格式。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后端技术栈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核心框架</a:t>
            </a:r>
            <a:r>
              <a:t>: Spring Boot 3.4.0 (快速开发，自动配置)</a:t>
            </a:r>
          </a:p>
          <a:p>
            <a:r>
              <a:rPr b="1"/>
              <a:t>开发语言</a:t>
            </a:r>
            <a:r>
              <a:t>: Java 17 (LTS版本，高性能)</a:t>
            </a:r>
          </a:p>
          <a:p>
            <a:r>
              <a:rPr b="1"/>
              <a:t>ORM框架</a:t>
            </a:r>
            <a:r>
              <a:t>: MyBatis-Plus 3.5.5 (简化 SQL 操作，支持 Lambda)</a:t>
            </a:r>
          </a:p>
          <a:p>
            <a:r>
              <a:rPr b="1"/>
              <a:t>数据库</a:t>
            </a:r>
            <a:r>
              <a:t>: MySQL 8.0 (稳定可靠的关系型数据库)</a:t>
            </a:r>
          </a:p>
          <a:p>
            <a:r>
              <a:rPr b="1"/>
              <a:t>工具库</a:t>
            </a:r>
            <a:r>
              <a:t>:</a:t>
            </a:r>
          </a:p>
          <a:p>
            <a:r>
              <a:t>Lombok (简化样板代码)</a:t>
            </a:r>
          </a:p>
          <a:p>
            <a:r>
              <a:t>MySQL Connector/J 8.2.0 (修复高危漏洞)</a:t>
            </a:r>
          </a:p>
          <a:p>
            <a:r>
              <a:rPr b="1"/>
              <a:t>安全机制</a:t>
            </a:r>
            <a:r>
              <a:t>: 自定义过滤器防御路径遍历攻击 (CVE-2025-41242)。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前端技术栈与UI优化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基础技术</a:t>
            </a:r>
            <a:r>
              <a:t>: HTML5, CSS3, JavaScript</a:t>
            </a:r>
          </a:p>
          <a:p>
            <a:r>
              <a:rPr b="1"/>
              <a:t>核心库</a:t>
            </a:r>
            <a:r>
              <a:t>: jQuery 3.6.4 (DOM 操作，AJAX 封装)</a:t>
            </a:r>
          </a:p>
          <a:p>
            <a:r>
              <a:rPr b="1"/>
              <a:t>UI 设计</a:t>
            </a:r>
            <a:r>
              <a:t>:</a:t>
            </a:r>
          </a:p>
          <a:p>
            <a:r>
              <a:rPr b="1"/>
              <a:t>风格</a:t>
            </a:r>
            <a:r>
              <a:t>: 现代简约风格，卡片式布局。</a:t>
            </a:r>
          </a:p>
          <a:p>
            <a:r>
              <a:rPr b="1"/>
              <a:t>字体</a:t>
            </a:r>
            <a:r>
              <a:t>: Google Fonts (Noto Sans SC) 优化中文显示。</a:t>
            </a:r>
          </a:p>
          <a:p>
            <a:r>
              <a:rPr b="1"/>
              <a:t>图标</a:t>
            </a:r>
            <a:r>
              <a:t>: FontAwesome 6.4.0 矢量图标库。</a:t>
            </a:r>
          </a:p>
          <a:p>
            <a:r>
              <a:rPr b="1"/>
              <a:t>交互亮点</a:t>
            </a:r>
            <a:r>
              <a:t>:</a:t>
            </a:r>
          </a:p>
          <a:p>
            <a:r>
              <a:t>商家轮播展示 (Carousel)。</a:t>
            </a:r>
          </a:p>
          <a:p>
            <a:r>
              <a:t>玻璃拟态 (Glassmorphism) 登录界面。</a:t>
            </a:r>
          </a:p>
          <a:p>
            <a:r>
              <a:t>响应式设计 (适配移动端与桌面端)。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数据库设计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User (用户表)</a:t>
            </a:r>
            <a:r>
              <a:t>:</a:t>
            </a:r>
          </a:p>
          <a:p>
            <a:r>
              <a:t>存储用户基本信息、角色（商家/顾客）。</a:t>
            </a:r>
          </a:p>
          <a:p>
            <a:r>
              <a:rPr b="1"/>
              <a:t>Food (餐品表)</a:t>
            </a:r>
            <a:r>
              <a:t>:</a:t>
            </a:r>
          </a:p>
          <a:p>
            <a:r>
              <a:t>关联商家，存储菜品名称、价格、库存、图片。</a:t>
            </a:r>
          </a:p>
          <a:p>
            <a:r>
              <a:rPr b="1"/>
              <a:t>OrderInfo (订单表)</a:t>
            </a:r>
            <a:r>
              <a:t>:</a:t>
            </a:r>
          </a:p>
          <a:p>
            <a:r>
              <a:t>核心交易数据，记录下单人、餐品、数量、状态、时间。</a:t>
            </a:r>
          </a:p>
          <a:p>
            <a:r>
              <a:rPr b="1"/>
              <a:t>UserAddress (地址表)</a:t>
            </a:r>
            <a:r>
              <a:t>:</a:t>
            </a:r>
          </a:p>
          <a:p>
            <a:r>
              <a:t>用户收货地址管理。</a:t>
            </a:r>
          </a:p>
          <a:p>
            <a:r>
              <a:rPr b="1"/>
              <a:t>关系</a:t>
            </a:r>
            <a:r>
              <a:t>: 1个商家 -&gt; N个餐品；1个用户 -&gt; N个订单。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 - 顾客端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账户管理</a:t>
            </a:r>
            <a:r>
              <a:t>: 注册、登录、退出。</a:t>
            </a:r>
          </a:p>
          <a:p>
            <a:r>
              <a:rPr b="1"/>
              <a:t>浏览体验</a:t>
            </a:r>
            <a:r>
              <a:t>:</a:t>
            </a:r>
          </a:p>
          <a:p>
            <a:r>
              <a:t>按商家分组轮播展示。</a:t>
            </a:r>
          </a:p>
          <a:p>
            <a:r>
              <a:t>查看餐品详情（图片、价格、实时库存）。</a:t>
            </a:r>
          </a:p>
          <a:p>
            <a:r>
              <a:rPr b="1"/>
              <a:t>交易流程</a:t>
            </a:r>
            <a:r>
              <a:t>:</a:t>
            </a:r>
          </a:p>
          <a:p>
            <a:r>
              <a:t>购物车/直接下单。</a:t>
            </a:r>
          </a:p>
          <a:p>
            <a:r>
              <a:t>填写收货信息（姓名、电话、地址）。</a:t>
            </a:r>
          </a:p>
          <a:p>
            <a:r>
              <a:rPr b="1"/>
              <a:t>订单追踪</a:t>
            </a:r>
            <a:r>
              <a:t>:</a:t>
            </a:r>
          </a:p>
          <a:p>
            <a:r>
              <a:t>实时查看订单状态（待处理/已发货/已完成）。</a:t>
            </a:r>
          </a:p>
          <a:p>
            <a:r>
              <a:t>确认收货。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 - 商家端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工作台</a:t>
            </a:r>
            <a:r>
              <a:t>: 商家专属仪表盘。</a:t>
            </a:r>
          </a:p>
          <a:p>
            <a:r>
              <a:rPr b="1"/>
              <a:t>餐品管理</a:t>
            </a:r>
            <a:r>
              <a:t>:</a:t>
            </a:r>
          </a:p>
          <a:p>
            <a:r>
              <a:t>图片上传、信息编辑。</a:t>
            </a:r>
          </a:p>
          <a:p>
            <a:r>
              <a:t>上架/下架控制、库存调整。</a:t>
            </a:r>
          </a:p>
          <a:p>
            <a:r>
              <a:rPr b="1"/>
              <a:t>订单处理</a:t>
            </a:r>
            <a:r>
              <a:t>:</a:t>
            </a:r>
          </a:p>
          <a:p>
            <a:r>
              <a:t>实时接收新订单通知。</a:t>
            </a:r>
          </a:p>
          <a:p>
            <a:r>
              <a:rPr b="1"/>
              <a:t>发货</a:t>
            </a:r>
            <a:r>
              <a:t>: 填写预计送达时间。</a:t>
            </a:r>
          </a:p>
          <a:p>
            <a:r>
              <a:rPr b="1"/>
              <a:t>拒单</a:t>
            </a:r>
            <a:r>
              <a:t>: 异常情况处理（自动回滚库存）。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项目代码结构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`src/main/java`: 后端源码</a:t>
            </a:r>
          </a:p>
          <a:p>
            <a:r>
              <a:t>`config`: 安全与Web配置</a:t>
            </a:r>
          </a:p>
          <a:p>
            <a:r>
              <a:t>`controller`: API 接口定义</a:t>
            </a:r>
          </a:p>
          <a:p>
            <a:r>
              <a:t>`service`: 业务逻辑实现</a:t>
            </a:r>
          </a:p>
          <a:p>
            <a:r>
              <a:t>`entity`: 数据库实体类</a:t>
            </a:r>
          </a:p>
          <a:p>
            <a:r>
              <a:t>`mapper`: 数据库接口</a:t>
            </a:r>
          </a:p>
          <a:p>
            <a:r>
              <a:t>`src/main/resources`: 资源文件</a:t>
            </a:r>
          </a:p>
          <a:p>
            <a:r>
              <a:t>`static`: 前端页面 (HTML/CSS/JS)</a:t>
            </a:r>
          </a:p>
          <a:p>
            <a:r>
              <a:t>`application.yml`: 系统配置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安全性与稳定性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漏洞修复</a:t>
            </a:r>
            <a:r>
              <a:t>:</a:t>
            </a:r>
          </a:p>
          <a:p>
            <a:r>
              <a:t>升级 MySQL 驱动至 8.2.0。</a:t>
            </a:r>
          </a:p>
          <a:p>
            <a:r>
              <a:t>升级 Spring Boot 至 3.4.0。</a:t>
            </a:r>
          </a:p>
          <a:p>
            <a:r>
              <a:rPr b="1"/>
              <a:t>安全防护</a:t>
            </a:r>
            <a:r>
              <a:t>:</a:t>
            </a:r>
          </a:p>
          <a:p>
            <a:r>
              <a:t>实现 `PathTraversalProtectionFilter` 拦截非法路径请求。</a:t>
            </a:r>
          </a:p>
          <a:p>
            <a:r>
              <a:rPr b="1"/>
              <a:t>异常处理</a:t>
            </a:r>
            <a:r>
              <a:t>:</a:t>
            </a:r>
          </a:p>
          <a:p>
            <a:r>
              <a:t>全局异常捕获，统一返回 JSON 格式错误信息。</a:t>
            </a:r>
          </a:p>
          <a:p>
            <a:r>
              <a:t>前端网络异常自动提示。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b="1"/>
              <a:t>项目成果</a:t>
            </a:r>
            <a:r>
              <a:t>: 完成了功能闭环的餐饮点餐系统，界面美观，运行稳定。</a:t>
            </a:r>
          </a:p>
          <a:p>
            <a:r>
              <a:rPr b="1"/>
              <a:t>技术亮点</a:t>
            </a:r>
            <a:r>
              <a:t>: 全栈开发，前后端分离思想，注重安全。</a:t>
            </a:r>
          </a:p>
          <a:p>
            <a:r>
              <a:rPr b="1"/>
              <a:t>未来展望</a:t>
            </a:r>
            <a:r>
              <a:t>:</a:t>
            </a:r>
          </a:p>
          <a:p>
            <a:r>
              <a:t>引入 Redis 缓存热点数据。</a:t>
            </a:r>
          </a:p>
          <a:p>
            <a:r>
              <a:t>增加 WebSocket 实现消息实时推送。</a:t>
            </a:r>
          </a:p>
          <a:p>
            <a:r>
              <a:t>集成第三方支付功能。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505</Words>
  <Application>Microsoft Office PowerPoint</Application>
  <PresentationFormat>全屏显示(4:3)</PresentationFormat>
  <Paragraphs>105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封面</vt:lpstr>
      <vt:lpstr>项目背景与简介</vt:lpstr>
      <vt:lpstr>系统架构设计</vt:lpstr>
      <vt:lpstr>后端技术栈</vt:lpstr>
      <vt:lpstr>前端技术栈与UI优化</vt:lpstr>
      <vt:lpstr>数据库设计</vt:lpstr>
      <vt:lpstr>核心功能 - 顾客端</vt:lpstr>
      <vt:lpstr>核心功能 - 商家端</vt:lpstr>
      <vt:lpstr>项目代码结构</vt:lpstr>
      <vt:lpstr>安全性与稳定性</vt:lpstr>
      <vt:lpstr>总结与展望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 legendary</cp:lastModifiedBy>
  <cp:revision>2</cp:revision>
  <dcterms:created xsi:type="dcterms:W3CDTF">2013-01-27T09:14:16Z</dcterms:created>
  <dcterms:modified xsi:type="dcterms:W3CDTF">2025-12-29T05:33:58Z</dcterms:modified>
  <cp:category/>
</cp:coreProperties>
</file>